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4305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PalaSumbong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Reporting &amp; Grievance System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7E"/>
                </a:solidFill>
              </a:rPr>
              <a:t>What is PalaSumbong?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A modern, user-friendly platform designed to empower citizens to easily report local issues, incidents, and grievances directly to the appropriate city departments.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A237E"/>
                </a:solidFill>
              </a:rPr>
              <a:t>• Connects citizens and the local government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A237E"/>
                </a:solidFill>
              </a:rPr>
              <a:t>• Promotes transparency and accountability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A237E"/>
                </a:solidFill>
              </a:rPr>
              <a:t>• Ensures faster response to community needs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7E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51B5"/>
                </a:solidFill>
              </a:rPr>
              <a:t>📍 Geolocation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  Pinpoint the exact location of the incident on an interactive map.
</a:t>
            </a:r>
            <a:pPr indent="0" marL="0">
              <a:buNone/>
            </a:pPr>
            <a:r>
              <a:rPr lang="en-US" sz="2200" b="1" dirty="0">
                <a:solidFill>
                  <a:srgbClr val="3F51B5"/>
                </a:solidFill>
              </a:rPr>
              <a:t>📸 Photo Attachments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  Upload images to provide clear visual evidence of the issue.
</a:t>
            </a:r>
            <a:pPr indent="0" marL="0">
              <a:buNone/>
            </a:pPr>
            <a:r>
              <a:rPr lang="en-US" sz="2200" b="1" dirty="0">
                <a:solidFill>
                  <a:srgbClr val="3F51B5"/>
                </a:solidFill>
              </a:rPr>
              <a:t>🔄 Real-Time Tracking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  Citizens can track the status of their reports (Pending, In Progress, Resolved).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7E"/>
                </a:solidFill>
              </a:rPr>
              <a:t>Participating Departments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Reports are automatically routed or manually assigned to: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• CDRRMO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• ENRO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• CITY TRAFFIC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• CITY VET OFFICE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• ENGINEERING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• GENERAL SERVICES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7E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51B5"/>
                </a:solidFill>
              </a:rPr>
              <a:t>1. Report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Citizen submits issue with details &amp; photo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0" y="13716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51B5"/>
                </a:solidFill>
              </a:rPr>
              <a:t>2. Route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0" y="18288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System notifies appropriate department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51B5"/>
                </a:solidFill>
              </a:rPr>
              <a:t>3. Resolve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0" y="18288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Department handles the issue and updates status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0861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E0E0"/>
                </a:solidFill>
              </a:rPr>
              <a:t>Building a better community, together.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2026-05-27T02:09:27Z</dcterms:created>
  <dcterms:modified xsi:type="dcterms:W3CDTF">2026-05-27T02:09:27Z</dcterms:modified>
</cp:coreProperties>
</file>