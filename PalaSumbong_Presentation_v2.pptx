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914400" y="2571750"/>
            <a:ext cx="2743200" cy="3657600"/>
          </a:xfrm>
          <a:prstGeom prst="triangle">
            <a:avLst/>
          </a:prstGeom>
          <a:solidFill>
            <a:srgbClr val="F59E0B"/>
          </a:solidFill>
          <a:ln/>
        </p:spPr>
      </p:sp>
      <p:pic>
        <p:nvPicPr>
          <p:cNvPr id="4" name="Image 0" descr="C:\Users\xxwol\Desktop\PalaSumbong\palasumbong-app\palayan_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257175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800225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PalaSumbong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2286000" y="2828925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Grievance &amp; Reporting System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286000" y="334327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the Community through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51435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PalaSumbong?</a:t>
            </a:r>
            <a:endParaRPr lang="en-US" sz="4200" dirty="0"/>
          </a:p>
        </p:txBody>
      </p:sp>
      <p:pic>
        <p:nvPicPr>
          <p:cNvPr id="4" name="Image 0" descr="C:\Users\xxwol\Desktop\PalaSumbong\palasumbong-app\palayan_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857625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0" y="771525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modern, user-friendly platform designed to empower citizens to easily report local issues, incidents, and grievances directly to the appropriate city departments.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657600" y="3657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06240" y="3566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citizens and the local government transparently.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0" y="4754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06240" y="4663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Promotes accountability in public service.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657600" y="58521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206240" y="5760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faster response to community needs.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Platform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Geolocation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Pinpoint the exact location of the incident on an interactive map for precise reporting.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BEB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Photo Evidence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images to provide clear visual evidence of the issue directly from your phone.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254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Live Tracking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can track the status of their reports (Pending, In Progress, Resolved) in real-time.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Participating Departments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15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are automatically routed to the right office for immediate action.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CDRRMO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383280" y="2286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TRAFFIC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VET OFFICE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83280" y="36576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36576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SERVICES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7175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182880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Report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Citizen submits issue with details &amp; photo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731520" cy="45720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182880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0896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Route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System automatically notifies the department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77840" y="2057400"/>
            <a:ext cx="731520" cy="45720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82880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Resolve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55080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Department fixes issue &amp; updates status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00225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828925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 Better Community, Together.</a:t>
            </a:r>
            <a:endParaRPr lang="en-US" sz="2400" dirty="0"/>
          </a:p>
        </p:txBody>
      </p:sp>
      <p:pic>
        <p:nvPicPr>
          <p:cNvPr id="5" name="Image 0" descr="C:\Users\xxwol\Desktop\PalaSumbong\palasumbong-app\palayan_i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51435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2026-05-27T04:12:11Z</dcterms:created>
  <dcterms:modified xsi:type="dcterms:W3CDTF">2026-05-27T04:12:11Z</dcterms:modified>
</cp:coreProperties>
</file>